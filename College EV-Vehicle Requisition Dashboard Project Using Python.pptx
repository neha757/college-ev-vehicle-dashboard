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3.xml" Type="http://schemas.openxmlformats.org/officeDocument/2006/relationships/notesSlid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4.xml" Type="http://schemas.openxmlformats.org/officeDocument/2006/relationships/notesSlid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5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6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7.xml" Type="http://schemas.openxmlformats.org/officeDocument/2006/relationships/notesSlid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8.xml" Type="http://schemas.openxmlformats.org/officeDocument/2006/relationships/notesSlid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9.xml" Type="http://schemas.openxmlformats.org/officeDocument/2006/relationships/notesSlid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0.xml" Type="http://schemas.openxmlformats.org/officeDocument/2006/relationships/notesSlid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1.xml" Type="http://schemas.openxmlformats.org/officeDocument/2006/relationships/notesSlide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2.xml" Type="http://schemas.openxmlformats.org/officeDocument/2006/relationships/notesSlide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3.xml" Type="http://schemas.openxmlformats.org/officeDocument/2006/relationships/notesSlide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4.xml" Type="http://schemas.openxmlformats.org/officeDocument/2006/relationships/notesSlide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5.xml" Type="http://schemas.openxmlformats.org/officeDocument/2006/relationships/notesSlide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6.xml" Type="http://schemas.openxmlformats.org/officeDocument/2006/relationships/notesSlide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7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8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19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Relationship Id="rId4" Target="../notesSlides/notesSlide20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https://prezi.com/xwv3n5_0nkn7/?utm_source=ppt_qr_code" TargetMode="External" Type="http://schemas.openxmlformats.org/officeDocument/2006/relationships/hyperlink"/><Relationship Id="rId4" Target="../media/image2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xwv3n5_0nkn7/?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8496300"/>
            <a:ext cx="7162800" cy="1422400"/>
          </a:xfrm>
          <a:custGeom>
            <a:avLst/>
            <a:gdLst/>
            <a:ahLst/>
            <a:cxnLst/>
            <a:rect r="r" b="b" t="t" l="l"/>
            <a:pathLst>
              <a:path h="1422400" w="7162800">
                <a:moveTo>
                  <a:pt x="0" y="0"/>
                </a:moveTo>
                <a:lnTo>
                  <a:pt x="7162800" y="0"/>
                </a:lnTo>
                <a:lnTo>
                  <a:pt x="71628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